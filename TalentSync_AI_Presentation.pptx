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EA3A7-3C6B-466F-A2DE-A51776378A54}" v="7" dt="2026-04-15T13:38:13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-336" y="-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881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Screening &amp; Job Matching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029200" cy="0"/>
          </a:xfrm>
          <a:prstGeom prst="line">
            <a:avLst/>
          </a:prstGeom>
          <a:noFill/>
          <a:ln w="254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320040" cy="3200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G.RAM CHARAN TEJ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 &amp; AI Integration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320040" cy="3200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369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A.AMRUTH REDDY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236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&amp; Frontend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320040" cy="3200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T.PRANITH REDDY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7307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&amp; Dataset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recruitment is broken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Recruitment Crisis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13258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" cy="132588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Volume Overload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advertisement gets 100-1,000 or more applications. HR departments do not have the time to go through each of them, and end up with rushed and skipped evaluations.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13258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017520"/>
            <a:ext cx="64008" cy="132588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ATS Keyword Failure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Applicant Tracking Systems only filter based on keywords - 88% of employers (Harvard, 2021) believe that qualified candidates are filtered out before a human can look at them.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508760"/>
            <a:ext cx="4114800" cy="13258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508760"/>
            <a:ext cx="64008" cy="132588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Opaque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874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scores are given to the candidates without any justification. They are not able to enhance their profiles and find out why they are not accepted.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114800" cy="13258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17520"/>
            <a:ext cx="64008" cy="132588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Inconsistent Evaluation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3832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is inconsistent because of reviewer fatigue, unconscious bias, and inconsistency of rubrics -delivering unfair and unreliable results.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TalentSync AI?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97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Recruiters &amp; HR Teams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 and auto-extract skill tags via 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331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AI-ranked applicants with match scores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0358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application status across pipeline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739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any candidate vs. any job on demand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097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Job Applicants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and receive real-time match scores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2331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5-axis breakdown: what fits, what doesn't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30358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AI-written actionable improvement tips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3739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submitted applications in one place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74320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743200" cy="6400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1097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Organizations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time-to-hire with AI pre-screening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27648" y="2331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quality-of-hire through structured scoring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30358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deployment cost — zero backend required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3739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 AI for compliance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Discussion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 of TalentSync 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3192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3931920" cy="64008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1572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Job Descriptions (5 domains)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3225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Resume Profiles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0723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0723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Resume-Job Evaluation Pairs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8221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38221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Resume Validations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425196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05840"/>
            <a:ext cx="4251960" cy="6400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Model: Claude Sonnet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Structured JSON 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engineering is 5 evaluation axes on the score with schema-compliant scoring.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350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Skill Extraction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68 domain-specific skill tags per job description to be displayed onscreen and filtered.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Match Scoring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 (0-100 returns), 5-axis breakdown, and tips to improve with natural language.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3904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Graceful Degradation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score based on heuristic in case of API un-availability — app remains operational.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Dataset &amp; Model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performance across key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20240" cy="10058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920240" cy="54864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Correlation (r)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1051560"/>
            <a:ext cx="1920240" cy="10058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1051560"/>
            <a:ext cx="1920240" cy="54864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±5.3pp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37744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Consistency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051560"/>
            <a:ext cx="1920240" cy="10058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051560"/>
            <a:ext cx="1920240" cy="54864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48056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Precision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0" y="1051560"/>
            <a:ext cx="1920240" cy="10058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051560"/>
            <a:ext cx="1920240" cy="54864"/>
          </a:xfrm>
          <a:prstGeom prst="rect">
            <a:avLst/>
          </a:prstGeom>
          <a:solidFill>
            <a:srgbClr val="7ED32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58368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Recall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230428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Consistency (Std. Dev.)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±5.3 pp (avg)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Correlation (Pearson 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Extraction 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Extraction 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Fallback Activation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1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Evaluation Results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Cloud Hosted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on GitHub Pages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20240" cy="114300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920240" cy="54864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247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Portal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Tagging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0" y="1417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50592" y="1051560"/>
            <a:ext cx="1920240" cy="114300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51560"/>
            <a:ext cx="1920240" cy="54864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523744" y="11247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Portal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23744" y="1490472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 Scores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70832" y="1417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26864" y="1051560"/>
            <a:ext cx="1920240" cy="1143000"/>
          </a:xfrm>
          <a:prstGeom prst="rect">
            <a:avLst/>
          </a:prstGeom>
          <a:solidFill>
            <a:srgbClr val="1E90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51560"/>
            <a:ext cx="192024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1247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1490472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47104" y="1417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03136" y="1051560"/>
            <a:ext cx="1920240" cy="114300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051560"/>
            <a:ext cx="1920240" cy="54864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11247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State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490472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Profiles,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2788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Zero-backend SPA - works in any browser.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32095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hosted (free, worldwide available)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3630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 up - simply open and use.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050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for desktop &amp; mobile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4714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key in js/app.js — plug &amp; play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788920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7784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HTML5 + CSS3 + ES6 JS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209544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2095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32095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 API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630168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6301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77840" y="3630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</a:t>
            </a:r>
            <a:r>
              <a:rPr lang="en-US" sz="1050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(JSON)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050792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0507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7784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(static)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4471416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447141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77840" y="4471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- no build tools required.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Application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future directions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45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robust human-AI alignment: Pearson correlation r = 0.81 with expert human resources evaluators.</a:t>
            </a:r>
          </a:p>
          <a:p>
            <a:endParaRPr lang="en-US" sz="1000" dirty="0">
              <a:solidFill>
                <a:srgbClr val="F0F6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0312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scoring: ±5.3 pp std. deviation across repeated evaluations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9748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340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skill extraction: 87.4% precision, 79.1% recall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9184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3284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Zero-backend deployment: fully functional SPA on static hosting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8620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227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5-axis breakdown replacing opaque ATS keyword scoring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50876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545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API proxy to secure API key in production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10312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 (Supabase / Firebase) for multi-user state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69748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69748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7340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bias audit across protected characteristics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29184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29184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3284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segmentation pre-processing for CV format diversity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88620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88620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9227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generator from match analysis results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Conclusions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 and resources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Fuller, J. et al. (2021). Unnoticed laborers: the Untapped talents. Accenture &amp; Harvard Business School.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Qin, C. et al. (2018). Improving Person-Job Fit to Recruit Talent. SIGIR 2018.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900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Dastin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J. (2018). Amazon aborts covert AI hiring device that was biased against women. Reuters.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2278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11155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Ribeiro, M. T. et al. (2016). 'Why Should I Trust You?': Explaining Any Classifier. KDD 2016.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18196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(2024). Claude Model Card and System Card. anthropic.com/model-card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252374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NIST. (2023). AI Risk Management Framework (AI RMF 1.0). National Institute of Standards.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32278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Tambe, P. et al. (2019). Artificial Intelligence in Human Resources Management. CMR 61(4).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3931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References</a:t>
            </a:r>
            <a:endParaRPr lang="en-US" sz="900"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38368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[4] </a:t>
            </a:r>
            <a:r>
              <a:rPr lang="en-US" sz="1100" dirty="0">
                <a:solidFill>
                  <a:schemeClr val="bg1"/>
                </a:solidFill>
              </a:rPr>
              <a:t>Devlin, J. et al. (2019). BERT: Deep Bidirectional transformer pre-training. NAACL-HLT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949</Words>
  <Application>Microsoft Office PowerPoint</Application>
  <PresentationFormat>On-screen Show (16:9)</PresentationFormat>
  <Paragraphs>168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TalentSync AI — Project Presentation</dc:title>
  <dc:subject>PptxGenJS Presentation</dc:subject>
  <dc:creator>TalentSync AI Team</dc:creator>
  <cp:lastModifiedBy>pc</cp:lastModifiedBy>
  <cp:revision>4</cp:revision>
  <dcterms:created xsi:type="dcterms:W3CDTF">2026-04-15T06:39:21Z</dcterms:created>
  <dcterms:modified xsi:type="dcterms:W3CDTF">2026-04-16T03:48:15Z</dcterms:modified>
</cp:coreProperties>
</file>